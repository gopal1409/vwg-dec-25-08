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Development Lifecycle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Overview</a:t>
            </a:r>
          </a:p>
          <a:p/>
          <a:p>
            <a:r>
              <a:t>A structured process for planning, creating, testing, and deploying software.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SDLC?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SDLC is a framework used to define tasks performed at each step in the software development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SDLC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Deliver high‑quality software</a:t>
            </a:r>
          </a:p>
          <a:p>
            <a:r>
              <a:t>• Minimize development cost</a:t>
            </a:r>
          </a:p>
          <a:p>
            <a:r>
              <a:t>• Ensure predictable timelines</a:t>
            </a:r>
          </a:p>
          <a:p>
            <a:r>
              <a:t>• Reduce risks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Requirement Gathering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business needs</a:t>
            </a:r>
          </a:p>
          <a:p>
            <a:r>
              <a:t>• Functional &amp; non-functional requirements</a:t>
            </a:r>
          </a:p>
          <a:p>
            <a:r>
              <a:t>• Feasibility analysis</a:t>
            </a:r>
          </a:p>
          <a:p>
            <a:r>
              <a:t>• Output: SRS Document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Architecture design</a:t>
            </a:r>
          </a:p>
          <a:p>
            <a:r>
              <a:t>• Database design</a:t>
            </a:r>
          </a:p>
          <a:p>
            <a:r>
              <a:t>• UI/UX design</a:t>
            </a:r>
          </a:p>
          <a:p>
            <a:r>
              <a:t>• Output: HLD, LLD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Coding based on design</a:t>
            </a:r>
          </a:p>
          <a:p>
            <a:r>
              <a:t>• Apply coding standards</a:t>
            </a:r>
          </a:p>
          <a:p>
            <a:r>
              <a:t>• Version control &amp; peer reviews</a:t>
            </a:r>
          </a:p>
          <a:p>
            <a:r>
              <a:t>• Output: Source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Validate functionality &amp; quality</a:t>
            </a:r>
          </a:p>
          <a:p>
            <a:r>
              <a:t>• Unit, Integration, System, UAT, Performance</a:t>
            </a:r>
          </a:p>
          <a:p>
            <a:r>
              <a:t>• Output: Test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Move to production</a:t>
            </a:r>
          </a:p>
          <a:p>
            <a:r>
              <a:t>• Release strategies: Blue‑Green, Canary, Rolling</a:t>
            </a:r>
          </a:p>
          <a:p>
            <a:r>
              <a:t>• Output: Working product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6: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Bug fixing</a:t>
            </a:r>
          </a:p>
          <a:p>
            <a:r>
              <a:t>• Enhancements</a:t>
            </a:r>
          </a:p>
          <a:p>
            <a:r>
              <a:t>• Performance improvements</a:t>
            </a:r>
          </a:p>
          <a:p>
            <a:r>
              <a:t>• Output: Updated versions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SDLC Models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Waterfall Model</a:t>
            </a:r>
          </a:p>
          <a:p>
            <a:r>
              <a:t>• Agile Model</a:t>
            </a:r>
          </a:p>
          <a:p>
            <a:r>
              <a:t>• V‑Model</a:t>
            </a:r>
          </a:p>
          <a:p>
            <a:r>
              <a:t>• Iterative Model</a:t>
            </a:r>
          </a:p>
          <a:p>
            <a:r>
              <a:t>• Spiral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Waterfall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Linear, sequential model</a:t>
            </a:r>
          </a:p>
          <a:p>
            <a:r>
              <a:t>Best for well‑defined requirements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Iterative &amp; incremental</a:t>
            </a:r>
          </a:p>
          <a:p>
            <a:r>
              <a:t>Customer collaboration &amp; flexibility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V‑Model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is planned along with coding</a:t>
            </a:r>
          </a:p>
          <a:p>
            <a:r>
              <a:t>Verification and validation driven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Iterative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in repeated cycles</a:t>
            </a:r>
          </a:p>
          <a:p>
            <a:r>
              <a:t>Start simple → grow over iterations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Spiral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Risk-driven model</a:t>
            </a:r>
          </a:p>
          <a:p>
            <a:r>
              <a:t>Combines iterative &amp; waterfall elements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SDLC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Improves software quality</a:t>
            </a:r>
          </a:p>
          <a:p>
            <a:r>
              <a:t>• Reduces project risk</a:t>
            </a:r>
          </a:p>
          <a:p>
            <a:r>
              <a:t>• Enables predictability &amp;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